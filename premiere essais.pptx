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6E5EE-32CF-D84A-220C-385192843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D662C9-4C98-E937-A85F-48C4A6F1A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B91E0E-D385-C958-AED7-0825AAC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ACB5E1-5B62-8B27-7815-EEC22E0D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02E106-3655-D105-8648-31462DB9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774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C47566-4A25-079D-DA84-5B92487F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FAA716-A5AC-AD09-E2B7-0DFE1E850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E2AE22-4E0B-D1BB-BFA8-183C906A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A70DD7-AF27-9F25-633A-B8C524EE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AB12A-49C6-B3DE-6141-231E8574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12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1B23B-DAF0-973F-C042-D11BE595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44CA39-2596-3017-6062-3139207C4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AC0A6B-3F32-2365-A89D-F2BDAB02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4F7992-C742-4AEA-61C1-7C79F89F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287C1A-630D-037A-E191-864E0254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21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AA495-1B63-C0E5-B706-731C2D0D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69504-52A7-6CB0-6189-D6718BFE6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B0DA03-21B0-AFB9-A57D-3810E8664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5CC431-8FC7-EAD6-E980-2003CDE8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2D44B5-9B56-6834-F467-980140D6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A7EFEB-8990-5153-4E78-89676E00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70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B08ED3-1DEA-3DF2-A24C-563D9961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CBF6B5-3BEA-6029-14BA-13C11100C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A13AB1-ED9B-7C4D-A6F8-B0FA4D875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BD2433-3223-C9A9-CD36-933A40ED6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CB02AC-768B-4304-95BA-D05863C73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E2C483-5D58-4810-2C64-24EBE4AC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EA3AD7-C255-0BF2-CBB5-B28C2EA9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CCE8A1A-39D1-8CEE-4964-F1F63A1E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06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5A417-EBF2-F382-6EDA-D5C550AE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F8B6F6-8DF6-41E7-3606-73F0A3C1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D0B39D-D41C-785B-FCAE-486226B1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59F115-4273-2CD2-D2B0-F5C89062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23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984A86C-73B9-C153-F8C1-6AAA7591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8163AC2-A1CA-8AF8-DB45-71FCF942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DD2395-555D-F124-A8E6-D62631FA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04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F9801-75B7-A3CB-D8C4-F843F56A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5B2C9B-3191-5A15-C6FF-49038EB0A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D45660-6164-0F72-C0BA-F4865AE35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6A7D95-5E11-CB79-8DAD-140F9786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104EA4-47E8-918C-900A-2C7B8F44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40FCD0-F374-65AE-DD34-3EE0704E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002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0AAC7-A9E2-A366-AD78-F65B0926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81EC994-E510-6192-1543-021391776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CC5B44-D97F-651C-D253-15C9F84B0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969B85-262C-4802-71E4-8987996C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676E0C-AA4C-5432-9890-5362AFD7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423702-0512-2A19-94B3-B438F75E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44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7B7EF-5922-CF52-1A41-8BB06DBB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E202E2-014A-3EB7-9B4A-1A28FAB56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B5BA6A-3444-0D1F-D5BE-0BF354AB5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4026F9-807D-63D3-2DC1-7AB9635F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5A4AAC-F1C5-0E09-B510-67277116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9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138C85-72EE-0671-6DDC-D2D772877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A31ED9-DE10-623C-7387-D16DCE34B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E8418-9A3A-7A11-B679-26A2B02B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41098D-68BC-968C-8FAA-777AD8D1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ED0D8-3E46-6C57-EC91-C5FB86DF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25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DA4B40-DDCB-AC2C-BC50-94FCD7064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7F3185-0232-FF2B-0F57-8CDBE876B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CADDAF-1BC2-C3ED-AB0B-B13A0F4A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02EE24-494C-4D47-7FF6-07910D73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C28482-6315-174C-966E-DBE9EDC4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56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2A1ABB8-0605-E65F-EAA4-EFA41065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0B1B76-CA0D-55D7-91F0-186C62E96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19CA29-9CFC-6E31-2CC5-5E4D560F5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D1CDF-74FF-4BEC-BA6F-CDB121F929D9}" type="datetimeFigureOut">
              <a:rPr lang="fr-FR" smtClean="0"/>
              <a:t>12/08/2026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009E19-7120-0B58-A224-8DBD3D16F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2A7592-B2CB-70F0-B003-72503460D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237DD-DF87-47BE-B303-0E783FD058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66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EEE669-181D-1C2D-CAE1-80295B927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Soutenance Projet - Data Engineer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A4F83C-D101-C6CA-BF61-243486D9D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Option B : POC Avantages Sportifs</a:t>
            </a:r>
          </a:p>
          <a:p>
            <a:r>
              <a:rPr lang="fr-FR"/>
              <a:t>Sport Data Solution</a:t>
            </a:r>
          </a:p>
          <a:p>
            <a:r>
              <a:rPr lang="fr-FR"/>
              <a:t>Présenté par Jérémy Huleux</a:t>
            </a:r>
          </a:p>
        </p:txBody>
      </p:sp>
    </p:spTree>
    <p:extLst>
      <p:ext uri="{BB962C8B-B14F-4D97-AF65-F5344CB8AC3E}">
        <p14:creationId xmlns:p14="http://schemas.microsoft.com/office/powerpoint/2010/main" val="222998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65D40-D965-F6CA-4972-6FC204F5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1. Contexte &amp; Objectifs du POC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119C37-C56C-87BF-90FB-3109345A6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• Tester la faisabilité technique du pipeline de données.</a:t>
            </a:r>
          </a:p>
          <a:p>
            <a:r>
              <a:rPr lang="fr-FR"/>
              <a:t>• Gérer la collecte et la qualité des données (RH et Sportives).</a:t>
            </a:r>
          </a:p>
          <a:p>
            <a:r>
              <a:rPr lang="fr-FR"/>
              <a:t>• Évaluer l'impact financier des nouveaux avantages :</a:t>
            </a:r>
          </a:p>
          <a:p>
            <a:r>
              <a:rPr lang="fr-FR"/>
              <a:t>    - Prime sportive de 5% (Trajets domicile-travail)</a:t>
            </a:r>
          </a:p>
          <a:p>
            <a:r>
              <a:rPr lang="fr-FR"/>
              <a:t>    - 5 Jours de bien-être (Min. 15 activités/an)</a:t>
            </a:r>
          </a:p>
        </p:txBody>
      </p:sp>
    </p:spTree>
    <p:extLst>
      <p:ext uri="{BB962C8B-B14F-4D97-AF65-F5344CB8AC3E}">
        <p14:creationId xmlns:p14="http://schemas.microsoft.com/office/powerpoint/2010/main" val="373689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669B07-1D4F-DF34-688A-BE48C6B43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2. Architecture Technique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D210B1-46FB-481C-8C27-1590F666D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• Infrastructure locale via Docker (Infrastructure as Code).</a:t>
            </a:r>
          </a:p>
          <a:p>
            <a:r>
              <a:rPr lang="fr-FR"/>
              <a:t>• Stockage initial : PostgreSQL (Log System).</a:t>
            </a:r>
          </a:p>
          <a:p>
            <a:r>
              <a:rPr lang="fr-FR"/>
              <a:t>• Temps Réel (Streaming) : Debezium CDC -&gt; Redpanda -&gt; Consommateur Python.</a:t>
            </a:r>
          </a:p>
          <a:p>
            <a:r>
              <a:rPr lang="fr-FR"/>
              <a:t>• Consolidation Batch : Apache Spark.</a:t>
            </a:r>
          </a:p>
          <a:p>
            <a:r>
              <a:rPr lang="fr-FR"/>
              <a:t>• Visualisation : Microsoft PowerBI.</a:t>
            </a:r>
          </a:p>
        </p:txBody>
      </p:sp>
    </p:spTree>
    <p:extLst>
      <p:ext uri="{BB962C8B-B14F-4D97-AF65-F5344CB8AC3E}">
        <p14:creationId xmlns:p14="http://schemas.microsoft.com/office/powerpoint/2010/main" val="131777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DF7F4-DCF0-626F-2E1A-05AC658A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3. Le Flux Temps Réel (CDC)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2821AD-9CEB-C6CD-FE3A-067B493FD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• Objectif : Alerter en temps réel sur Slack lors d'une nouvelle activité.</a:t>
            </a:r>
          </a:p>
          <a:p>
            <a:r>
              <a:rPr lang="fr-FR"/>
              <a:t>• Solution : Change Data Capture avec Debezium.</a:t>
            </a:r>
          </a:p>
          <a:p>
            <a:r>
              <a:rPr lang="fr-FR"/>
              <a:t>• Pourquoi ? Évite la surcharge de la base de données (pas de requêtes de polling régulières).</a:t>
            </a:r>
          </a:p>
          <a:p>
            <a:r>
              <a:rPr lang="fr-FR"/>
              <a:t>• Intégration : Script Python écoutant le topic Redpanda et envoyant un payload JSON au Webhook Slack.</a:t>
            </a:r>
          </a:p>
        </p:txBody>
      </p:sp>
    </p:spTree>
    <p:extLst>
      <p:ext uri="{BB962C8B-B14F-4D97-AF65-F5344CB8AC3E}">
        <p14:creationId xmlns:p14="http://schemas.microsoft.com/office/powerpoint/2010/main" val="135526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DD1A3E-B7A3-B493-CAB2-AA9C044D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4. Qualité et Consolidation (Spark)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98EE5A-199D-7BB5-DEA6-6D1E4890F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• Qualité : Validation des distances déclarées (15km marche, 25km vélo) via l'API Google Maps Distance Matrix.</a:t>
            </a:r>
          </a:p>
          <a:p>
            <a:r>
              <a:rPr lang="fr-FR"/>
              <a:t>• Consolidation : Traitement distribué avec Apache Spark (PySpark).</a:t>
            </a:r>
          </a:p>
          <a:p>
            <a:r>
              <a:rPr lang="fr-FR"/>
              <a:t>• Action : Jointure entre la table des activités et le référentiel RH.</a:t>
            </a:r>
          </a:p>
          <a:p>
            <a:r>
              <a:rPr lang="fr-FR"/>
              <a:t>• Résultat : Création d'un jeu de données plat optimisé pour la BI.</a:t>
            </a:r>
          </a:p>
        </p:txBody>
      </p:sp>
    </p:spTree>
    <p:extLst>
      <p:ext uri="{BB962C8B-B14F-4D97-AF65-F5344CB8AC3E}">
        <p14:creationId xmlns:p14="http://schemas.microsoft.com/office/powerpoint/2010/main" val="3650215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300B17-1636-EBA9-6258-7170973E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5. Restitution Financière (PowerBI)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A3EC40-F34B-5F5E-8E2E-9ADF060FD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• Connexion aux données consolidées.</a:t>
            </a:r>
          </a:p>
          <a:p>
            <a:r>
              <a:rPr lang="fr-FR"/>
              <a:t>• Modélisation DAX pour le calcul de l'impact financier.</a:t>
            </a:r>
          </a:p>
          <a:p>
            <a:r>
              <a:rPr lang="fr-FR"/>
              <a:t>• Mise en place d'un paramètre interactif (What-If) pour simuler la variation du taux de la prime.</a:t>
            </a:r>
          </a:p>
          <a:p>
            <a:r>
              <a:rPr lang="fr-FR"/>
              <a:t>• -&gt; PLACE A LA DÉMONSTRATION EN DIRECT</a:t>
            </a:r>
          </a:p>
        </p:txBody>
      </p:sp>
    </p:spTree>
    <p:extLst>
      <p:ext uri="{BB962C8B-B14F-4D97-AF65-F5344CB8AC3E}">
        <p14:creationId xmlns:p14="http://schemas.microsoft.com/office/powerpoint/2010/main" val="62586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38A53-7BEB-228D-05A9-5DAA9327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6. Bilan et Scalabilité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8C7AF3-E904-34E4-002B-7F7AB6A69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• POC validé : Faisabilité technique démontrée de bout en bout.</a:t>
            </a:r>
          </a:p>
          <a:p>
            <a:r>
              <a:rPr lang="fr-FR"/>
              <a:t>• Sécurité : Gestion stricte des secrets (clés API, mots de passe) via fichiers .env isolés.</a:t>
            </a:r>
          </a:p>
          <a:p>
            <a:r>
              <a:rPr lang="fr-FR"/>
              <a:t>• Prochaines étapes (Passage à l'échelle) :</a:t>
            </a:r>
          </a:p>
          <a:p>
            <a:r>
              <a:rPr lang="fr-FR"/>
              <a:t>    - Migration vers un environnement Cloud (GCP/AWS).</a:t>
            </a:r>
          </a:p>
          <a:p>
            <a:r>
              <a:rPr lang="fr-FR"/>
              <a:t>    - Orchestration des jobs Spark via Airflow.</a:t>
            </a:r>
          </a:p>
          <a:p>
            <a:r>
              <a:rPr lang="fr-FR"/>
              <a:t>    - Mise en place d'un cache pour réduire les coûts d'appels à l'API Google Maps.</a:t>
            </a:r>
          </a:p>
        </p:txBody>
      </p:sp>
    </p:spTree>
    <p:extLst>
      <p:ext uri="{BB962C8B-B14F-4D97-AF65-F5344CB8AC3E}">
        <p14:creationId xmlns:p14="http://schemas.microsoft.com/office/powerpoint/2010/main" val="22020969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Grand écran</PresentationFormat>
  <Paragraphs>38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Soutenance Projet - Data Engineer</vt:lpstr>
      <vt:lpstr>1. Contexte &amp; Objectifs du POC</vt:lpstr>
      <vt:lpstr>2. Architecture Technique</vt:lpstr>
      <vt:lpstr>3. Le Flux Temps Réel (CDC)</vt:lpstr>
      <vt:lpstr>4. Qualité et Consolidation (Spark)</vt:lpstr>
      <vt:lpstr>5. Restitution Financière (PowerBI)</vt:lpstr>
      <vt:lpstr>6. Bilan et Scalabilité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Travail</dc:creator>
  <cp:lastModifiedBy>Travail</cp:lastModifiedBy>
  <cp:revision>1</cp:revision>
  <dcterms:created xsi:type="dcterms:W3CDTF">2026-08-12T12:28:33Z</dcterms:created>
  <dcterms:modified xsi:type="dcterms:W3CDTF">2026-08-12T12:28:44Z</dcterms:modified>
</cp:coreProperties>
</file>